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32004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CONSULTING PROJECT — MEMOIRE DE FIN D'ETUDES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AuditIQ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Rendre l'audit de fairness algorithmique</a:t>
            </a:r>
          </a:p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accessible aux PME francaises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Comment permettre aux PME francaises de detecter facilement</a:t>
            </a:r>
          </a:p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les biais de leurs algorithmes IA pour se conformer</a:t>
            </a:r>
          </a:p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a l'AI Act europeen 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852160"/>
            <a:ext cx="4572000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Franck F.  •  MSc 2024-2025  •  Epitech Digital School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Franck F. — Epitech Digital School 2024-2025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01  —  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3A8A"/>
                </a:solidFill>
                <a:latin typeface="Calibri"/>
              </a:rPr>
              <a:t>Le probleme en chiffres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0604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640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606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1E3A8A"/>
                </a:solidFill>
                <a:latin typeface="Calibri"/>
              </a:rPr>
              <a:t>38 %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des PME ignorent</a:t>
            </a:r>
          </a:p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ce qu'est un biais</a:t>
            </a:r>
          </a:p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algorithmique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60604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2423160"/>
            <a:ext cx="640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743200"/>
            <a:ext cx="2606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1E3A8A"/>
                </a:solidFill>
                <a:latin typeface="Calibri"/>
              </a:rPr>
              <a:t>44 %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429768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soupconnent que</a:t>
            </a:r>
          </a:p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leurs outils IA peuvent</a:t>
            </a:r>
          </a:p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discriminer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03120"/>
            <a:ext cx="260604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423160"/>
            <a:ext cx="640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743200"/>
            <a:ext cx="2606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1E3A8A"/>
                </a:solidFill>
                <a:latin typeface="Calibri"/>
              </a:rPr>
              <a:t>35 %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29768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n'ont aucun budget</a:t>
            </a:r>
          </a:p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(0 €) pour l'audit</a:t>
            </a:r>
          </a:p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ethique 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103120"/>
            <a:ext cx="260604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2423160"/>
            <a:ext cx="640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743200"/>
            <a:ext cx="2606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1E3A8A"/>
                </a:solidFill>
                <a:latin typeface="Calibri"/>
              </a:rPr>
              <a:t>82 %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29768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disposent de moins</a:t>
            </a:r>
          </a:p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de 2 000 € de budget</a:t>
            </a:r>
          </a:p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audit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Source : Sondage « IA et Ethique dans les PME » — 34 repondants (2025)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Franck F. — Epitech Digital School 2024-2025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02  —  LE PARADOXE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3A8A"/>
                </a:solidFill>
                <a:latin typeface="Calibri"/>
              </a:rPr>
              <a:t>Le triple fosse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Fairlearn existe. AIF360 existe. L'AI Act existe. Mais rien ne les connecte pour les PME.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6576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59E0B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20440"/>
            <a:ext cx="73152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Fosse cognitif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Les dirigeants PME ne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connaissent pas le vocabulaire :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Demographic Parity, Equal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Opportunity, disparate impact.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377440"/>
            <a:ext cx="36576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5176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3520440"/>
            <a:ext cx="73152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7033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Fosse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34340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Fairlearn et AIF360 sont des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frameworks Python. Ils exigent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data scientist, notebooks,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scikit-learn — hors de portee.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377440"/>
            <a:ext cx="36576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520440"/>
            <a:ext cx="73152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7033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Fosse reglementaire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34340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L'AI Act art. 10 impose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l'examen des biais mais ne dit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pas comment. Aucune norme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operationnelle pour les PME.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Les briques existent. Personne ne les connecte pour les PME.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Franck F. — Epitech Digital School 2024-2025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03  —  CONTRIBUTION THEORIQUE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Le concept de triple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Cognitive. Technique. Reglementaire. Une grille de lecture du fosse.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94560"/>
            <a:ext cx="2743200" cy="2743200"/>
          </a:xfrm>
          <a:prstGeom prst="ellipse">
            <a:avLst/>
          </a:prstGeom>
          <a:solidFill>
            <a:srgbClr val="3B82F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4560" y="2194560"/>
            <a:ext cx="2743200" cy="2743200"/>
          </a:xfrm>
          <a:prstGeom prst="ellipse">
            <a:avLst/>
          </a:prstGeom>
          <a:solidFill>
            <a:srgbClr val="F59E0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3474720"/>
            <a:ext cx="2743200" cy="2743200"/>
          </a:xfrm>
          <a:prstGeom prst="ellipse">
            <a:avLst/>
          </a:prstGeom>
          <a:solidFill>
            <a:srgbClr val="10B98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COGNITIVE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74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6309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REGLEMENTAIRE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AuditIQ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alibri"/>
              </a:rPr>
              <a:t>Une integration originale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8036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Cognitive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Langage naturel, feux tricolores, zero jargon.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118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Fairlearn empaquete, wizard cinq etapes, upload CSV.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3484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Reglementaire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Mapping AI Act art. 10-11 + droit francais.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349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Inspirations : Wachter, Mittelstadt &amp; Russell (2021) 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532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Bhatt et al. (2020) sur l'explicabilite contextuelle.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Empaqueter Fairlearn n'est pas une innovation algorithmique. Le faire avec une triple interface, c'est une innovation strategique.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Franck F. — Epitech Digital School 2024-2025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04  —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3A8A"/>
                </a:solidFill>
                <a:latin typeface="Calibri"/>
              </a:rPr>
              <a:t>Audit supervise classique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Metriques de fairness standardisees sur un jeu de donnees labellise.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6583680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Calibri"/>
              </a:rPr>
              <a:t>[ CAPTURE D'ECRAN — wizard 5 etapes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a remplacer par Franck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468880"/>
            <a:ext cx="4480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2468880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6060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Metriques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97180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Demographic Parity, Equal Opportunity, Equalized Odds, 4/5 rule.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840480"/>
            <a:ext cx="4480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3840480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9776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Feux tricolores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34340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Lecture du risque en deux secondes, seuils pre-configures.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5212080"/>
            <a:ext cx="4480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5212080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53492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Langage naturel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71500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Explications generees pour un non-specialiste. Pas de jargon.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Franck F. — Epitech Digital School 2024-2025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05  —  MODULE 2  —  NOUVEAUTE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3A8A"/>
                </a:solidFill>
                <a:latin typeface="Calibri"/>
              </a:rPr>
              <a:t>Detection non supervisee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Detecter des disparites sans collecter d'attributs sensibles.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28346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315468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CSV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9415" y="3246120"/>
            <a:ext cx="201168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49727" y="28346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9727" y="315468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KMeans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79695" y="3246120"/>
            <a:ext cx="201168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90007" y="28346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315468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Khi²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19975" y="3246120"/>
            <a:ext cx="201168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30287" y="28346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0287" y="315468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Caracterisation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60255" y="3246120"/>
            <a:ext cx="201168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70567" y="28346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0567" y="315468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Verdict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80560"/>
            <a:ext cx="54864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480560"/>
            <a:ext cx="91440" cy="17373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INSPIRATION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Algorithm Audit (Pays-Bas)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5780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Approche reconnue par l'OCDE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Catalogue of Tools for Trustworthy AI.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480560"/>
            <a:ext cx="5303520" cy="173736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572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ARGUMENT 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4632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Resout le paradoxe AI Act art. 10(5)</a:t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contre RGPD : pas besoin de collecter</a:t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d'attributs sensibles.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Franck F. — Epitech Digital School 2024-2025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06  —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3A8A"/>
                </a:solidFill>
                <a:latin typeface="Calibri"/>
              </a:rPr>
              <a:t>Audit chatbot /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17 % des PME du sondage utilisent un chatbot. Aucune n'a audite ses biais.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657600" cy="384048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0" b="1">
                <a:solidFill>
                  <a:srgbClr val="F59E0B"/>
                </a:solidFill>
                <a:latin typeface="Calibri"/>
              </a:rPr>
              <a:t>17 %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3291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des PME du panel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utilisent un assistant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conversationnel en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468880"/>
            <a:ext cx="713232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606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INSPIRATION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8803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LangBiTe — UOC Barcelone / Universite du Luxembourg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3383280"/>
            <a:ext cx="6400800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5661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703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prompts paired bilingues (FR / 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43484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572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categories de biais (genre, age, origine, religion, handicap, orientation)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30352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440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adaptateur generique compatible OpenAI, Anthropic, Mistral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Franck F. — Epitech Digital School 2024-2025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07  — 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43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1E3A8A"/>
                </a:solidFill>
                <a:latin typeface="Calibri"/>
              </a:rPr>
              <a:t>Demonstration en direct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4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Calibri"/>
              </a:rPr>
              <a:t>Scenario : audit du dataset 01_recrutement_ats.csv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Franck F. — Epitech Digital School 2024-2025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08  — 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3A8A"/>
                </a:solidFill>
                <a:latin typeface="Calibri"/>
              </a:rPr>
              <a:t>Protocole d'evaluation utilisateur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Un protocole rigoureux, des chiffres mesures — pas affirmes.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26974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System Usability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Scale (Brooke 1996)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468880"/>
            <a:ext cx="26974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246888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6974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Time-on-task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20040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Duree jusqu'au premier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rapport d'audit genere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468880"/>
            <a:ext cx="26974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246888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6974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Comparaison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20040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AuditIQ UI vs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Fairlearn CLI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4" y="2468880"/>
            <a:ext cx="26974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0264" y="246888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6974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n = 6-8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320040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Echantillon Nielsen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(testeurs PME)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80560"/>
            <a:ext cx="685800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RESULTATS MESURES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46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SUS moyen : [ __ / 100 ]   •   Time-on-task median : [ __ min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12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Completion : [ __ % ]   •   vs Fairlearn CLI : [ __ min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23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 completer apres les sessions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4480560"/>
            <a:ext cx="4023360" cy="164592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LUCIDITE METHODOLOGIQUE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4632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 = 34 modeste.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Marges d'erreur +/- 17 pts a 95 %.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Triangulation HBR 2025 et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Accountancy Europe 2025.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Franck F. — Epitech Digital School 2024-2025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09  —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Contributions, limites, perspectives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57600" cy="21945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Conceptuelle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Le cadre de la triple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interface comme grille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d'analyse.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657600" cy="21945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31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Methodologique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632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Combiner supervise,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non supervise et LLM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dans une plateforme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non-experts.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657600" cy="21945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31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Empirique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632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Validation qualitative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aupres de 34 PME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francophones.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LIMITES ASSUMEES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n = 34, biais de recrutement,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couverture AI Act art. 10-11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(soit ~15 % des obligations).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PISTES THESE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4632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Articulation droit / fairness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computationnelle, efficacite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longitudinale, gouvernance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algorithmique europeenne.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AuditIQ n'est pas un certificat de conformite. C'est un point d'entree documente. C'est ce qui manque aujourd'hui aux PME francaises.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Franck F. — Epitech Digital School 2024-2025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